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10"/>
    <p:sldId id="257" r:id="rId11"/>
    <p:sldId id="258" r:id="rId13"/>
    <p:sldId id="259" r:id="rId14"/>
    <p:sldId id="260" r:id="rId15"/>
    <p:sldId id="26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customXml" Target="../customXml/item1.xml"/><Relationship Id="rId8" Type="http://schemas.openxmlformats.org/officeDocument/2006/relationships/customXml" Target="../customXml/item2.xml"/><Relationship Id="rId9" Type="http://schemas.openxmlformats.org/officeDocument/2006/relationships/customXml" Target="../customXml/item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Introduce yourself briefly. Emphasize Fastlane's role in streamlining mobile workflows. Highlight that it's about saving time and reducing manual errors.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Fastlane eliminates the pain of manual build processes. Explain how automation makes builds more reliable and consistent. Mention specific Fastlane actions like `gym` and `match`.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the benefits of automating the App Store submission process. Explain how Fastlane actions like `deliver` and `supply` can automate metadata population and screenshot uploads. Quantify the time saved compared to manual uploads if possible (e.g., 'reduces submission time by X hours').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how Fastlane promotes collaboration by providing a shared and standardized workflow. Explain how new developers can quickly get up to speed by using existing Fastlane configurations. Mention the benefits of using a `.fastlane` directory in the project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key benefits of Fastlane. Reiterate its impact on development speed, reduced errors, and improved developer focus. Encourage the audience to explore Fastlane further and begin automating their workflows. Thank the audience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Fastlane: Accelerating Mobile App Development and Deployment</a:t>
            </a:r>
          </a:p>
        </p:txBody>
      </p:sp>
      <p:sp>
        <p:nvSpPr>
          <p:cNvPr id="3" name="Subtitle 2"/>
          <p:cNvSpPr>
            <a:spLocks noGrp="1"/>
          </p:cNvSpPr>
          <p:nvPr>
            <p:ph type="subTitle" idx="1"/>
          </p:nvPr>
        </p:nvSpPr>
        <p:spPr/>
        <p:txBody>
          <a:bodyPr/>
          <a:lstStyle/>
          <a:p>
            <a:r>
              <a:t>AI-Generated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 Slide: Fastlane - Your Automation Powerhouse</a:t>
            </a:r>
          </a:p>
        </p:txBody>
      </p:sp>
      <p:sp>
        <p:nvSpPr>
          <p:cNvPr id="3" name="Content Placeholder 2"/>
          <p:cNvSpPr>
            <a:spLocks noGrp="1"/>
          </p:cNvSpPr>
          <p:nvPr>
            <p:ph idx="1"/>
          </p:nvPr>
        </p:nvSpPr>
        <p:spPr/>
        <p:txBody>
          <a:bodyPr/>
          <a:lstStyle/>
          <a:p/>
          <a:p>
            <a:pPr>
              <a:defRPr sz="1800"/>
            </a:pPr>
            <a:r>
              <a:t>Fastlane: The missing mobile DevOps toolchain.</a:t>
            </a:r>
          </a:p>
          <a:p>
            <a:pPr>
              <a:defRPr sz="1800"/>
            </a:pPr>
            <a:r>
              <a:t>Simplifying and automating development and deployment processes.</a:t>
            </a:r>
          </a:p>
          <a:p>
            <a:pPr>
              <a:defRPr sz="1800"/>
            </a:pPr>
            <a:r>
              <a:t>Focus on what matters: Building great apps!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Advantage 1: Automated Build and Release</a:t>
            </a:r>
          </a:p>
        </p:txBody>
      </p:sp>
      <p:sp>
        <p:nvSpPr>
          <p:cNvPr id="3" name="Content Placeholder 2"/>
          <p:cNvSpPr>
            <a:spLocks noGrp="1"/>
          </p:cNvSpPr>
          <p:nvPr>
            <p:ph idx="1"/>
          </p:nvPr>
        </p:nvSpPr>
        <p:spPr/>
        <p:txBody>
          <a:bodyPr/>
          <a:lstStyle/>
          <a:p/>
          <a:p>
            <a:pPr>
              <a:defRPr sz="1800"/>
            </a:pPr>
            <a:r>
              <a:t>Streamline build generation and signing processes.</a:t>
            </a:r>
          </a:p>
          <a:p>
            <a:pPr>
              <a:defRPr sz="1800"/>
            </a:pPr>
            <a:r>
              <a:t>Automate code signing management and provisioning profiles.</a:t>
            </a:r>
          </a:p>
          <a:p>
            <a:pPr>
              <a:defRPr sz="1800"/>
            </a:pPr>
            <a:r>
              <a:t>Reduce human error and inconsistencies.</a:t>
            </a:r>
          </a:p>
          <a:p>
            <a:pPr>
              <a:defRPr sz="1800"/>
            </a:pPr>
            <a:r>
              <a:t>Consistent builds across development stages (dev, staging, production).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Advantage 2: Simplified App Store Deployment</a:t>
            </a:r>
          </a:p>
        </p:txBody>
      </p:sp>
      <p:sp>
        <p:nvSpPr>
          <p:cNvPr id="3" name="Content Placeholder 2"/>
          <p:cNvSpPr>
            <a:spLocks noGrp="1"/>
          </p:cNvSpPr>
          <p:nvPr>
            <p:ph idx="1"/>
          </p:nvPr>
        </p:nvSpPr>
        <p:spPr/>
        <p:txBody>
          <a:bodyPr/>
          <a:lstStyle/>
          <a:p/>
          <a:p>
            <a:pPr>
              <a:defRPr sz="1800"/>
            </a:pPr>
            <a:r>
              <a:t>Automate app metadata population and screenshots.</a:t>
            </a:r>
          </a:p>
          <a:p>
            <a:pPr>
              <a:defRPr sz="1800"/>
            </a:pPr>
            <a:r>
              <a:t>Effortlessly submit apps to the App Store and Google Play.</a:t>
            </a:r>
          </a:p>
          <a:p>
            <a:pPr>
              <a:defRPr sz="1800"/>
            </a:pPr>
            <a:r>
              <a:t>Fastlane manages complex deployment processes with ease.</a:t>
            </a:r>
          </a:p>
          <a:p>
            <a:pPr>
              <a:defRPr sz="1800"/>
            </a:pPr>
            <a:r>
              <a:t>Saves significant time compared to manual submissions.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Advantage 3: Improved Team Collaboration &amp; Efficiency</a:t>
            </a:r>
          </a:p>
        </p:txBody>
      </p:sp>
      <p:sp>
        <p:nvSpPr>
          <p:cNvPr id="3" name="Content Placeholder 2"/>
          <p:cNvSpPr>
            <a:spLocks noGrp="1"/>
          </p:cNvSpPr>
          <p:nvPr>
            <p:ph idx="1"/>
          </p:nvPr>
        </p:nvSpPr>
        <p:spPr/>
        <p:txBody>
          <a:bodyPr/>
          <a:lstStyle/>
          <a:p/>
          <a:p>
            <a:pPr>
              <a:defRPr sz="1800"/>
            </a:pPr>
            <a:r>
              <a:t>Standardize development workflows across teams.</a:t>
            </a:r>
          </a:p>
          <a:p>
            <a:pPr>
              <a:defRPr sz="1800"/>
            </a:pPr>
            <a:r>
              <a:t>Reduce onboarding time for new developers.</a:t>
            </a:r>
          </a:p>
          <a:p>
            <a:pPr>
              <a:defRPr sz="1800"/>
            </a:pPr>
            <a:r>
              <a:t>Share Fastlane configurations for consistency.</a:t>
            </a:r>
          </a:p>
          <a:p>
            <a:pPr>
              <a:defRPr sz="1800"/>
            </a:pPr>
            <a:r>
              <a:t>Centralized approach to deployment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Embrace Fastlane for Mobile Success</a:t>
            </a:r>
          </a:p>
        </p:txBody>
      </p:sp>
      <p:sp>
        <p:nvSpPr>
          <p:cNvPr id="3" name="Content Placeholder 2"/>
          <p:cNvSpPr>
            <a:spLocks noGrp="1"/>
          </p:cNvSpPr>
          <p:nvPr>
            <p:ph idx="1"/>
          </p:nvPr>
        </p:nvSpPr>
        <p:spPr/>
        <p:txBody>
          <a:bodyPr/>
          <a:lstStyle/>
          <a:p/>
          <a:p>
            <a:pPr>
              <a:defRPr sz="1800"/>
            </a:pPr>
            <a:r>
              <a:t>Fastlane accelerates development, testing, and deployment.</a:t>
            </a:r>
          </a:p>
          <a:p>
            <a:pPr>
              <a:defRPr sz="1800"/>
            </a:pPr>
            <a:r>
              <a:t>Reduces manual effort and minimizes errors.</a:t>
            </a:r>
          </a:p>
          <a:p>
            <a:pPr>
              <a:defRPr sz="1800"/>
            </a:pPr>
            <a:r>
              <a:t>Empowers developers to focus on building exceptional mobile experiences.</a:t>
            </a:r>
          </a:p>
          <a:p>
            <a:pPr>
              <a:defRPr sz="1800"/>
            </a:pPr>
            <a:r>
              <a:t>Start automating your mobile workflows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036DF35FD8744BB1B007EF6D4B0EC1" ma:contentTypeVersion="13" ma:contentTypeDescription="Create a new document." ma:contentTypeScope="" ma:versionID="228b5e43c5324cd46b522cb846e64df6">
  <xsd:schema xmlns:xsd="http://www.w3.org/2001/XMLSchema" xmlns:xs="http://www.w3.org/2001/XMLSchema" xmlns:p="http://schemas.microsoft.com/office/2006/metadata/properties" xmlns:ns2="faf58d24-3177-406b-8be2-0048a92fcbb5" xmlns:ns3="e4a4e8cb-4926-45fc-b429-7bcd77d62385" targetNamespace="http://schemas.microsoft.com/office/2006/metadata/properties" ma:root="true" ma:fieldsID="d07e55b25de7ea65e6c0feab2029ee9b" ns2:_="" ns3:_="">
    <xsd:import namespace="faf58d24-3177-406b-8be2-0048a92fcbb5"/>
    <xsd:import namespace="e4a4e8cb-4926-45fc-b429-7bcd77d623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58d24-3177-406b-8be2-0048a92fc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fa3ccfe-acb3-4c17-b7fa-3c75389a7bba"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4e8cb-4926-45fc-b429-7bcd77d6238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47e092c-9216-4ef1-ae59-97c7a2e7049d}" ma:internalName="TaxCatchAll" ma:showField="CatchAllData" ma:web="e4a4e8cb-4926-45fc-b429-7bcd77d623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f58d24-3177-406b-8be2-0048a92fcbb5">
      <Terms xmlns="http://schemas.microsoft.com/office/infopath/2007/PartnerControls"/>
    </lcf76f155ced4ddcb4097134ff3c332f>
    <TaxCatchAll xmlns="e4a4e8cb-4926-45fc-b429-7bcd77d62385" xsi:nil="true"/>
  </documentManagement>
</p:properties>
</file>

<file path=customXml/itemProps1.xml><?xml version="1.0" encoding="utf-8"?>
<ds:datastoreItem xmlns:ds="http://schemas.openxmlformats.org/officeDocument/2006/customXml" ds:itemID="{FD55E174-2566-4798-928E-67765C1CE7E4}"/>
</file>

<file path=customXml/itemProps2.xml><?xml version="1.0" encoding="utf-8"?>
<ds:datastoreItem xmlns:ds="http://schemas.openxmlformats.org/officeDocument/2006/customXml" ds:itemID="{AF25C5EA-CC02-4C99-A3B9-C137A56A78D3}"/>
</file>

<file path=customXml/itemProps3.xml><?xml version="1.0" encoding="utf-8"?>
<ds:datastoreItem xmlns:ds="http://schemas.openxmlformats.org/officeDocument/2006/customXml" ds:itemID="{D0483901-93CF-419A-9628-F6E5520A08A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0x01010023036DF35FD8744BB1B007EF6D4B0EC1</vt:lpwstr>
  </property>
  <property fmtid="{D5CDD505-2E9C-101B-9397-08002B2CF9AE}" pid="3" name="MediaServiceImageTags">
    <vt:lpwstr/>
  </property>
</Properties>
</file>